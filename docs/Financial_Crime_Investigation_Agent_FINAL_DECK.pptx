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27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9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5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422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0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62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175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1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8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8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3676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765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02907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39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49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5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7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ema-Hackathon/fraud-investigation-agen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hemamaheshwar.t@tcs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Crime &amp; Fraud Investigation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AI-Powered Fraud Detection &amp; Investigation Platform</a:t>
            </a:r>
          </a:p>
          <a:p>
            <a:endParaRPr dirty="0"/>
          </a:p>
          <a:p>
            <a:r>
              <a:rPr dirty="0"/>
              <a:t>Team Name: ______</a:t>
            </a:r>
            <a:r>
              <a:rPr lang="en-US" dirty="0"/>
              <a:t>Team-622</a:t>
            </a:r>
            <a:r>
              <a:rPr dirty="0"/>
              <a:t>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Massive transaction volumes</a:t>
            </a:r>
          </a:p>
          <a:p>
            <a:r>
              <a:t>• Hidden fraud patterns</a:t>
            </a:r>
          </a:p>
          <a:p>
            <a:r>
              <a:t>• Manual investigations</a:t>
            </a:r>
          </a:p>
          <a:p>
            <a:r>
              <a:t>• Regulatory compliance pressure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Solutions &amp;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AML systems generate alerts but require extensive manual investigation.</a:t>
            </a:r>
          </a:p>
          <a:p>
            <a:r>
              <a:t>Gap: Explainable, investigator-centric AI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Analysts</a:t>
            </a:r>
          </a:p>
          <a:p>
            <a:r>
              <a:t>Financial Crime Investigators</a:t>
            </a:r>
          </a:p>
          <a:p>
            <a:r>
              <a:t>AML Teams</a:t>
            </a:r>
          </a:p>
          <a:p>
            <a:r>
              <a:t>Compliance Officers</a:t>
            </a:r>
          </a:p>
          <a:p>
            <a:r>
              <a:t>Banks, Insurance &amp; FinTechs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investigation platform combining customer context, transaction analysis, risk scoring and explainable findings.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Investigator → Investigation Agent → MCP Services → Risk Engine → Explainable Findings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Approach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FastAPI, Streamlit</a:t>
            </a:r>
          </a:p>
          <a:p>
            <a:r>
              <a:t>MCP Architecture</a:t>
            </a:r>
          </a:p>
          <a:p>
            <a:r>
              <a:t>Agent-Based Investigation</a:t>
            </a:r>
          </a:p>
          <a:p>
            <a:r>
              <a:t>Future LLM Orchestrator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Built During Hackathon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Portal UI</a:t>
            </a:r>
          </a:p>
          <a:p>
            <a:r>
              <a:t>✓ Suspicious Customers</a:t>
            </a:r>
          </a:p>
          <a:p>
            <a:r>
              <a:t>✓ Investigate Customer</a:t>
            </a:r>
          </a:p>
          <a:p>
            <a:r>
              <a:t>✓ Explain Risk</a:t>
            </a:r>
          </a:p>
          <a:p>
            <a:r>
              <a:t>✓ Crypto Detection</a:t>
            </a:r>
          </a:p>
          <a:p>
            <a:r>
              <a:t>✓ High Value Transactions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Customers</a:t>
            </a:r>
          </a:p>
          <a:p>
            <a:r>
              <a:t>Synthetic Transactions</a:t>
            </a:r>
          </a:p>
          <a:p>
            <a:r>
              <a:t>Synthetic Behavioral Data (planned)</a:t>
            </a:r>
          </a:p>
          <a:p>
            <a:r>
              <a:t>100+ Customers</a:t>
            </a:r>
          </a:p>
          <a:p>
            <a:r>
              <a:t>1000+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Resource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Risk Scoring</a:t>
            </a:r>
          </a:p>
          <a:p>
            <a:r>
              <a:t>&lt;2 second investigation response</a:t>
            </a:r>
          </a:p>
          <a:p>
            <a:r>
              <a:t>CPU-based MVP</a:t>
            </a:r>
          </a:p>
          <a:p>
            <a:r>
              <a:t>Lightweight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&amp;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Explainable AI Findings</a:t>
            </a:r>
          </a:p>
          <a:p>
            <a:r>
              <a:t>MCP-based Modular Design</a:t>
            </a:r>
          </a:p>
          <a:p>
            <a:r>
              <a:t>Investigation-Centric Workflow</a:t>
            </a:r>
          </a:p>
          <a:p>
            <a:r>
              <a:t>Future Natural Language Investigations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investigation time</a:t>
            </a:r>
          </a:p>
          <a:p>
            <a:r>
              <a:t>Improve analyst productivity</a:t>
            </a:r>
          </a:p>
          <a:p>
            <a:r>
              <a:t>Accelerate fraud detection</a:t>
            </a:r>
          </a:p>
          <a:p>
            <a:r>
              <a:t>Support compliance activities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 MCP</a:t>
            </a:r>
          </a:p>
          <a:p>
            <a:r>
              <a:t>Analytics MCP</a:t>
            </a:r>
          </a:p>
          <a:p>
            <a:r>
              <a:t>LLM Orchestrator</a:t>
            </a:r>
          </a:p>
          <a:p>
            <a:r>
              <a:t>SAR Report Generation</a:t>
            </a:r>
          </a:p>
          <a:p>
            <a:r>
              <a:t>Enterprise Deployment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&amp;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Demo Video Link: __________________</a:t>
            </a:r>
          </a:p>
          <a:p>
            <a:endParaRPr dirty="0"/>
          </a:p>
          <a:p>
            <a:r>
              <a:rPr dirty="0"/>
              <a:t>GitHub Repository: ______</a:t>
            </a:r>
            <a:r>
              <a:rPr lang="en-IN" dirty="0">
                <a:hlinkClick r:id="rId2"/>
              </a:rPr>
              <a:t>Hema-Hackathon/fraud-investigation-agent: Hackathon (fraud-investigation-agent)</a:t>
            </a:r>
            <a:r>
              <a:rPr dirty="0"/>
              <a:t>____________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Name: </a:t>
            </a:r>
            <a:r>
              <a:rPr lang="en-US" dirty="0"/>
              <a:t> Team-622</a:t>
            </a:r>
            <a:endParaRPr dirty="0"/>
          </a:p>
          <a:p>
            <a:endParaRPr dirty="0"/>
          </a:p>
          <a:p>
            <a:r>
              <a:rPr dirty="0"/>
              <a:t>Name | Email | Role</a:t>
            </a:r>
          </a:p>
          <a:p>
            <a:r>
              <a:rPr lang="en-US" dirty="0"/>
              <a:t>Hema Maheshwar | </a:t>
            </a:r>
            <a:r>
              <a:rPr lang="en-US" dirty="0">
                <a:hlinkClick r:id="rId2"/>
              </a:rPr>
              <a:t>hemamaheshwar.t@tcs.com</a:t>
            </a:r>
            <a:r>
              <a:rPr lang="en-US" dirty="0"/>
              <a:t> | Developer/ Architect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270</Words>
  <Application>Microsoft Office PowerPoint</Application>
  <PresentationFormat>On-screen Show (4:3)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Financial Crime &amp; Fraud Investigation Agent</vt:lpstr>
      <vt:lpstr>Problem Statement</vt:lpstr>
      <vt:lpstr>Current Solutions &amp; Gaps</vt:lpstr>
      <vt:lpstr>Target Users &amp; Stakeholders</vt:lpstr>
      <vt:lpstr>Solution Overview</vt:lpstr>
      <vt:lpstr>Architecture</vt:lpstr>
      <vt:lpstr>AI Approach &amp; Technologies</vt:lpstr>
      <vt:lpstr>Features Built During Hackathon</vt:lpstr>
      <vt:lpstr>Datasets &amp; Scale</vt:lpstr>
      <vt:lpstr>Performance &amp; Resource Usage</vt:lpstr>
      <vt:lpstr>Innovation &amp; Differentiators</vt:lpstr>
      <vt:lpstr>Expected Impact</vt:lpstr>
      <vt:lpstr>Future Roadmap</vt:lpstr>
      <vt:lpstr>Demo &amp; Repository</vt:lpstr>
      <vt:lpstr>Team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Crime &amp; Fraud Investigation Agent</dc:title>
  <dc:subject/>
  <dc:creator/>
  <cp:keywords/>
  <dc:description>generated using python-pptx</dc:description>
  <cp:lastModifiedBy>Admin</cp:lastModifiedBy>
  <cp:revision>4</cp:revision>
  <dcterms:created xsi:type="dcterms:W3CDTF">2013-01-27T09:14:16Z</dcterms:created>
  <dcterms:modified xsi:type="dcterms:W3CDTF">2026-06-14T17:43:59Z</dcterms:modified>
  <cp:category/>
</cp:coreProperties>
</file>